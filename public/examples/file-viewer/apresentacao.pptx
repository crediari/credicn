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Viewer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fictícia para testar o preview Office opcional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Visualização de anexos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Páginas e zoom na barra flutuante</a:t>
            </a:r>
          </a:p>
          <a:p>
            <a:r>
              <a:t>Conversão para PDF configurada pela aplicação</a:t>
            </a:r>
          </a:p>
          <a:p>
            <a:r>
              <a:t>Download preserva o documento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